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3A8EA-5C84-5C00-8C9E-C2722A069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7DB47B-6099-E101-994B-5481F477E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B5E0A5-188B-9EB1-046A-9E34C7776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BE6AAE-6AAC-35C7-3CDC-7B5597B4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539030-15B1-5B0D-B61D-234C1B3E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39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3BEBA-8CD5-7118-ECEC-AE3C07259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DBC7C2-06E8-3B54-1FBB-7A2D4DCC7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464BAB-800A-8870-F9ED-91FE0823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2EFA0-A1BE-D134-CCAA-12002B51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AE1C2F-6BF1-3EF3-8D53-B77C8363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8025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CFFC1-98D7-4837-E3C6-F598099F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A2FF1-2FED-9B0A-E32E-9C882DFC7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9E4E1C-5601-772A-557C-1AB1490A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18B61-166C-D947-C7E5-725C51F9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F54CE1-C661-1B16-256A-955D5CE6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42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14909-465C-0198-E65B-BECD74A0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4F8C88-8B2D-9C10-380C-2A89ADC9B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904290-47FF-7338-C135-26DEDA340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4136A6-DC11-7D96-F846-71E5A278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3A5D09A-3A75-7758-C672-7BBF5AE86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D81EF0-22D9-0AB0-DE84-6A99CAA0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529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8A735-4D7B-C44C-883C-D0E0082B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01858A-B478-6565-E683-E48C7FE90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2971BD-EBF5-4026-97C0-8CBA783C9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80DA02-AEC2-3FA6-1B87-3484BD0755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FE3D0A9-9BA2-AF91-C7E0-C0AD1F720B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216EC-D4E0-1A09-CEEF-167CC4AC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90FAF9D-4984-DF7C-899E-E22127D2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D97EDC-C644-07D4-BC1E-8267B11D6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632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6A15F-C667-B2DD-ACDD-BB51E4226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DC7220-E1FE-A4BB-633D-E2730210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1A2CD5-10F8-4F2F-D43E-45326CF0F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A632B0-DBC8-CF0C-F00A-AE0D1670E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176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531766C-E2F5-8812-60BC-91C07F1F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668910-68FD-D33C-D37A-A5E0D6CA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9842A60-289A-0983-C29E-70151D76A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45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D54697-A194-095F-013D-6E30E372C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3157F9-FD3C-C026-EA08-E111FA1EF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806705-ABE4-3080-F901-A8A40F234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826246-C888-3322-5701-3E0D6AE6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BC89A3-1D1A-2C17-670A-1B82104B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78F222-D2B9-53D6-1C39-FCA8BE63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89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6AFE4-8C4B-BD60-9BAF-F28DDFA4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0D9344F-8AD9-C606-8D97-4BB6051F6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972AAFC-A5BB-6A63-F9E0-7FB6110A9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F94249-F1B8-2251-BCB5-03724E0B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82D8EA-C969-DD9F-C0E2-CB3A3CF04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7F7E94-74FD-783E-8A33-B1FC5BC6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723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72057-CEB9-C2A6-0E15-F0B8F66DE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80CBA9-EDB1-331D-B7CE-606A43746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0B3480-996C-9F93-1547-4E435403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BAC407-C9F6-B865-2DA8-F05F91F31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5156BE-8139-9520-2131-0CFAFAA5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90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178060-090B-91EE-6EE7-6BA265E76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404872-3C5C-5FE0-57FD-1E946774E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4B0F68-4AA6-CFA8-AC94-662C1B21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818E1-F59D-CD4E-725D-2C6E9356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9FDD3F-A3D9-CF98-270A-A5B1C4F7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076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1F90F66-DD15-AD8B-0A11-5EDCC6DED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E1219D-5F69-E001-9DC1-9B6FB1A65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1E7E0D-8310-EB68-C76C-88810EC57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08747-3ABD-47B5-AF70-37E6ADBC3CE6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5F9EE6-63EA-E170-16CA-454BB5309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5793E-AA6C-90F8-2AC1-F8FAFC641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5B9F3-E913-4B33-B308-95284CD698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60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FD74D3-746F-8E66-F55D-4008EBB02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TESTE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195801-E999-5D9C-E7CC-64FBAA89F4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1891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TESTE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INACIO FERNANDES DE SOUSA FILHO</dc:creator>
  <cp:lastModifiedBy>JOSE INACIO FERNANDES DE SOUSA FILHO</cp:lastModifiedBy>
  <cp:revision>1</cp:revision>
  <dcterms:created xsi:type="dcterms:W3CDTF">2026-04-03T00:27:36Z</dcterms:created>
  <dcterms:modified xsi:type="dcterms:W3CDTF">2026-04-03T00:29:48Z</dcterms:modified>
</cp:coreProperties>
</file>